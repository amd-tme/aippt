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pipeline: Source Material -&gt; Outline -&gt; Script -&gt; 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as Code — readable, editable, and version-controlled presentations.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amd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400800"/>
            <a:ext cx="1152144" cy="329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amd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17352" y="6400800"/>
            <a:ext cx="115214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am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3520" y="182880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as Code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303520" y="3200400"/>
            <a:ext cx="1828800" cy="54864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2"/>
          <p:cNvSpPr/>
          <p:nvPr/>
        </p:nvSpPr>
        <p:spPr>
          <a:xfrm>
            <a:off x="5303520" y="33832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9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Better Way to Build, Edit, and Track Your Presentations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14300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0" y="109728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Manual 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10312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 History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15468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310896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Results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347472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16052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411480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Is Copy-Paste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448056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516636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512064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Collaboration Model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11680" y="548640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Your Deck Was Code?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097280"/>
            <a:ext cx="3429000" cy="52120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1097280"/>
            <a:ext cx="54864" cy="521208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&amp; Editable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" y="187452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slides defined in a script you can read, understand, and change — not trapped in a binary file format.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79976" y="1097280"/>
            <a:ext cx="3429000" cy="52120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79976" y="1097280"/>
            <a:ext cx="54864" cy="5212080"/>
          </a:xfrm>
          <a:prstGeom prst="rect">
            <a:avLst/>
          </a:prstGeom>
          <a:solidFill>
            <a:srgbClr val="C1A968"/>
          </a:solidFill>
          <a:ln/>
        </p:spPr>
      </p:sp>
      <p:sp>
        <p:nvSpPr>
          <p:cNvPr id="9" name="Text 7"/>
          <p:cNvSpPr/>
          <p:nvPr/>
        </p:nvSpPr>
        <p:spPr>
          <a:xfrm>
            <a:off x="4608576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Version-Controlled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187452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change with git. See exactly what was modified, when, and by whom — just like source code.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74736" y="1097280"/>
            <a:ext cx="3429000" cy="52120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74736" y="1097280"/>
            <a:ext cx="54864" cy="52120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8403336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03336" y="187452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script, get the deck. Same input, same output — every time, on any machine.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D9FA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861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D9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86108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" y="1097280"/>
            <a:ext cx="10287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source material — documents, notes, research, or existing slides</a:t>
            </a:r>
            <a:endParaRPr lang="en-US" sz="22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outline —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organizes your content into a clean, editable outline</a:t>
            </a:r>
            <a:endParaRPr lang="en-US" sz="22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generation —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outline becomes human-readable code that defines every slide</a:t>
            </a:r>
            <a:endParaRPr lang="en-US" sz="22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to render — </a:t>
            </a:r>
            <a:pPr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the script to produce a finished PPTX; edit the script to make changes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Script Is the Source of Truth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14300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0" y="109728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Precise Representation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10312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 PPTX File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15468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310896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 &amp; Trackable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347472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16052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411480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Becomes Lineage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448056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Closed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25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4825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740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740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builds a script 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PPTX from your outline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771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9971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971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886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86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QA — spot 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and dense slides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917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5117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117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032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032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AI what to fix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updates the script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398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98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8313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Regenerate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313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script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an updated PPTX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34456" y="45720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2544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544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459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459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until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is exactly right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D9FA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861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D9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86108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Tracking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Decks Back to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" y="1097280"/>
            <a:ext cx="10287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generated deck gets linked to its source script in the catalog</a:t>
            </a:r>
            <a:endParaRPr lang="en-US" sz="2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which script, engine, theme, and outline produced any deck</a:t>
            </a:r>
            <a:endParaRPr lang="en-US" sz="2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source with a single CLI command</a:t>
            </a:r>
            <a:endParaRPr lang="en-US" sz="22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2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decks from arbitrary PPTX files are unaffected — source fields are nullable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Gets Tracked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26480" y="1097280"/>
            <a:ext cx="5477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52744" y="1097280"/>
            <a:ext cx="18288" cy="5212080"/>
          </a:xfrm>
          <a:prstGeom prst="rect">
            <a:avLst/>
          </a:prstGeom>
          <a:solidFill>
            <a:srgbClr val="636466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55448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Path — relative path to JS or Python file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— pptxgenjs or python-pptx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— theme name (amd, default, etc.)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5477256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Path — the originating markdown outline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At — timestamp of last generation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fields nullable — only code-generated decks populate them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Zero-Configuration Tracking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097280"/>
            <a:ext cx="532638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1097280"/>
            <a:ext cx="54864" cy="24231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" y="128016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Auto-Detection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" y="187452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catalog reads your script to determine how it was built — no manual tagging or metadata entry required.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097280"/>
            <a:ext cx="532638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77356" y="1097280"/>
            <a:ext cx="54864" cy="2423160"/>
          </a:xfrm>
          <a:prstGeom prst="rect">
            <a:avLst/>
          </a:prstGeom>
          <a:solidFill>
            <a:srgbClr val="C1A968"/>
          </a:solidFill>
          <a:ln/>
        </p:spPr>
      </p:sp>
      <p:sp>
        <p:nvSpPr>
          <p:cNvPr id="9" name="Text 7"/>
          <p:cNvSpPr/>
          <p:nvPr/>
        </p:nvSpPr>
        <p:spPr>
          <a:xfrm>
            <a:off x="6505956" y="128016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Recognition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05956" y="187452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settings are read directly from the script so every deck is cataloged with accurate visual context.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" y="3886200"/>
            <a:ext cx="532638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" y="3886200"/>
            <a:ext cx="54864" cy="242316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406908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Out of the Box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466344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deck with /create-deck and it's automatically tracked — nothing to configure, nothing to remember.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77356" y="3886200"/>
            <a:ext cx="532638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3886200"/>
            <a:ext cx="54864" cy="24231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7" name="Text 15"/>
          <p:cNvSpPr/>
          <p:nvPr/>
        </p:nvSpPr>
        <p:spPr>
          <a:xfrm>
            <a:off x="6505956" y="406908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Overridable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05956" y="466344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need more control, supply explicit source and theme information via the CLI — full flexibility.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D9FA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861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D9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86108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Editing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/edit-deck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14300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0" y="109728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Editing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10312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from Script or Deck Name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15468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310896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Single-Slide Edits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347472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16052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411480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Deck-Level Changes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448056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516636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512064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Operations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11680" y="548640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25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4825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740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Source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740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script path 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from catalog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771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9971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971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886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Context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86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Script, PPTX content,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images, theme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917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5117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117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032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Edits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032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modifies the script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user request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825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25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740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Preview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740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changes before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to file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77156" y="45720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9971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971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886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&amp; Regenerate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886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updated script and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to produce PPTX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91756" y="45720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5117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117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6032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or Review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032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more edits 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off to /deck-review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Edit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Single-Slide Edits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26480" y="1097280"/>
            <a:ext cx="5477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Deck-Level Edits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52744" y="1097280"/>
            <a:ext cx="18288" cy="5212080"/>
          </a:xfrm>
          <a:prstGeom prst="rect">
            <a:avLst/>
          </a:prstGeom>
          <a:solidFill>
            <a:srgbClr val="636466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55448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layout type (bullet, two-column, numbered)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content and bullets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edit speaker notes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swap images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 styling (colors, fonts, spacing)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5477256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remove, or duplicate slides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slides or entire sections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theme or global styling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section dividers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operations across all slides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Error Handling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097280"/>
            <a:ext cx="342900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1097280"/>
            <a:ext cx="54864" cy="24231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Before Editing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" y="187452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edit creates a .bak file preserving the original state — only one backup, always the earliest pre-edit version.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79976" y="1097280"/>
            <a:ext cx="342900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79976" y="1097280"/>
            <a:ext cx="54864" cy="2423160"/>
          </a:xfrm>
          <a:prstGeom prst="rect">
            <a:avLst/>
          </a:prstGeom>
          <a:solidFill>
            <a:srgbClr val="C1A968"/>
          </a:solidFill>
          <a:ln/>
        </p:spPr>
      </p:sp>
      <p:sp>
        <p:nvSpPr>
          <p:cNvPr id="9" name="Text 7"/>
          <p:cNvSpPr/>
          <p:nvPr/>
        </p:nvSpPr>
        <p:spPr>
          <a:xfrm>
            <a:off x="4608576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Preview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187452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what changed in the script before writing. No surprises, full transparency.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74736" y="1097280"/>
            <a:ext cx="342900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74736" y="1097280"/>
            <a:ext cx="54864" cy="242316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8403336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Lock Detection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03336" y="187452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 if the PPTX is open in PowerPoint on Windows before attempting to regenerate.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" y="3886200"/>
            <a:ext cx="342900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" y="3886200"/>
            <a:ext cx="54864" cy="24231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" y="466344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edited script fails to run, offer to restore from backup or attempt an auto-fix.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79976" y="3886200"/>
            <a:ext cx="342900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79976" y="3886200"/>
            <a:ext cx="54864" cy="24231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21" name="Text 19"/>
          <p:cNvSpPr/>
          <p:nvPr/>
        </p:nvSpPr>
        <p:spPr>
          <a:xfrm>
            <a:off x="4608576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Git-Friendly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08576" y="466344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Edited scripts are plain text that produces clean diffs for version control workflows.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D9FA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861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D9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86108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History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in Speaker Notes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097280"/>
            <a:ext cx="11018520" cy="5212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097280"/>
            <a:ext cx="11018520" cy="4572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325880"/>
            <a:ext cx="104698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notes content appears here as normal text.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---aippt-meta---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outline → pptxgenjs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created: 2026-03-11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layout: two_column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theme: default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- 2026-03-11: Created from outline (bullet layout)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- 2026-03-11: Changed to two_column layout [/edit-deck]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- 2026-03-12: Rewrote bullets for executive audience [/edit-deck]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---end-aippt-meta---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That Travels With the File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14300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0" y="109728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in PPTX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10312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by Default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246888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15468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310896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Context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347472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160520"/>
            <a:ext cx="54864" cy="54864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4114800"/>
            <a:ext cx="9592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Self-Cleaning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11680" y="4480560"/>
            <a:ext cx="9592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D9FA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861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D9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86108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25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4825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740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/create-outline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740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material becomes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outlines/q1-security.md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771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9971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971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886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/create-deck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86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output/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q1-security.js + .pptx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917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5117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117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032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/deck-review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032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text overflow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4, density on slide 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825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25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740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/edit-deck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740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slide 4, splits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into two slides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77156" y="45720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9971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971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886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/deck-review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886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7a needs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91756" y="45720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5117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117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6032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/edit-deck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032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notes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7-8. Done!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Slide Tools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26480" y="1097280"/>
            <a:ext cx="54772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Slide Tools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52744" y="1097280"/>
            <a:ext cx="18288" cy="5212080"/>
          </a:xfrm>
          <a:prstGeom prst="rect">
            <a:avLst/>
          </a:prstGeom>
          <a:solidFill>
            <a:srgbClr val="636466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55448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Slidev, Marp, reveal.js — own markdown-as-source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developer experience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PPTX round-trip capability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produce corporate-ready slide decks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5477256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Gamma, Beautiful.ai, PPTAgent — generate polished slides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Impressive visual output from AI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human-readable source code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 control or diff-friendly format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 Other Tool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097280"/>
            <a:ext cx="532638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1097280"/>
            <a:ext cx="54864" cy="24231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" y="128016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" y="187452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JS/Python scripts anyone can read, modify, and understand — not opaque binary formats.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097280"/>
            <a:ext cx="532638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77356" y="1097280"/>
            <a:ext cx="54864" cy="2423160"/>
          </a:xfrm>
          <a:prstGeom prst="rect">
            <a:avLst/>
          </a:prstGeom>
          <a:solidFill>
            <a:srgbClr val="C1A968"/>
          </a:solidFill>
          <a:ln/>
        </p:spPr>
      </p:sp>
      <p:sp>
        <p:nvSpPr>
          <p:cNvPr id="9" name="Text 7"/>
          <p:cNvSpPr/>
          <p:nvPr/>
        </p:nvSpPr>
        <p:spPr>
          <a:xfrm>
            <a:off x="6505956" y="128016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Round-Trip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05956" y="187452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real PowerPoint files, not HTML or images — opens in PowerPoint, Keynote, Google Slides.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" y="3886200"/>
            <a:ext cx="532638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" y="3886200"/>
            <a:ext cx="54864" cy="242316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" y="406908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Editing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" y="466344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slides through natural language against the source code — no manual PPTX surgery.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77356" y="3886200"/>
            <a:ext cx="5326380" cy="242316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3886200"/>
            <a:ext cx="54864" cy="242316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17" name="Text 15"/>
          <p:cNvSpPr/>
          <p:nvPr/>
        </p:nvSpPr>
        <p:spPr>
          <a:xfrm>
            <a:off x="6505956" y="4069080"/>
            <a:ext cx="491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&amp; Version Tracking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05956" y="4663440"/>
            <a:ext cx="49149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are plain text, git-ready from day one. Every change produces a clean, reviewable diff.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4825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4825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5740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740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every deck to its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script, theme, and outline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771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9971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971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886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History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86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edit history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speaker notes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91756" y="21031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511796" y="146304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11796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03236" y="2057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Generation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03236" y="24688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scripts from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outlines with full metadata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398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98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8313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Editing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313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decks through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34456" y="457200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DE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254496" y="3931920"/>
            <a:ext cx="2194560" cy="20116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54496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45936" y="4526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45936" y="49377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history to make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suggestions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D9FA2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861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D9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86108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00C2DE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85216" y="1097280"/>
            <a:ext cx="3429000" cy="52120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1097280"/>
            <a:ext cx="54864" cy="5212080"/>
          </a:xfrm>
          <a:prstGeom prst="rect">
            <a:avLst/>
          </a:prstGeom>
          <a:solidFill>
            <a:srgbClr val="00C2DE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3816" y="187452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testing of the full create-edit-review loop to ensure consistent, production-quality output.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79976" y="1097280"/>
            <a:ext cx="3429000" cy="52120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79976" y="1097280"/>
            <a:ext cx="54864" cy="5212080"/>
          </a:xfrm>
          <a:prstGeom prst="rect">
            <a:avLst/>
          </a:prstGeom>
          <a:solidFill>
            <a:srgbClr val="C1A968"/>
          </a:solidFill>
          <a:ln/>
        </p:spPr>
      </p:sp>
      <p:sp>
        <p:nvSpPr>
          <p:cNvPr id="9" name="Text 7"/>
          <p:cNvSpPr/>
          <p:nvPr/>
        </p:nvSpPr>
        <p:spPr>
          <a:xfrm>
            <a:off x="4608576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Editing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187452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editing UI, smarter AI suggestions from slide analysis, and reference material enrichment.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74736" y="1097280"/>
            <a:ext cx="3429000" cy="5212080"/>
          </a:xfrm>
          <a:prstGeom prst="rect">
            <a:avLst/>
          </a:prstGeom>
          <a:solidFill>
            <a:srgbClr val="63646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74736" y="1097280"/>
            <a:ext cx="54864" cy="5212080"/>
          </a:xfrm>
          <a:prstGeom prst="rect">
            <a:avLst/>
          </a:prstGeom>
          <a:solidFill>
            <a:srgbClr val="ED1C24"/>
          </a:solidFill>
          <a:ln/>
        </p:spPr>
      </p:sp>
      <p:sp>
        <p:nvSpPr>
          <p:cNvPr id="13" name="Text 11"/>
          <p:cNvSpPr/>
          <p:nvPr/>
        </p:nvSpPr>
        <p:spPr>
          <a:xfrm>
            <a:off x="8403336" y="12801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Research-Backed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03336" y="1874520"/>
            <a:ext cx="30175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CMU's AutoPresent confirms: code as an intermediate representation produces higher quality AI slides than direct generation.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s/assets/amd-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676" y="2907792"/>
            <a:ext cx="3657600" cy="10424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2026-05-05T23:41:11Z</dcterms:created>
  <dcterms:modified xsi:type="dcterms:W3CDTF">2026-05-05T23:41:11Z</dcterms:modified>
</cp:coreProperties>
</file>