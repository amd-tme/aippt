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selling points for the slides-as-code approach.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Four-step pipeline from outline to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Trade-offs between the two generation engines.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core layout types available in the helper library.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stats about the helper library.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Minimal example showing the useSlideMaster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Generated with slide masters enabled.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MASTER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MASTER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8FA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IVIDER_MASTER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94011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2157435" y="0"/>
            <a:ext cx="36576" cy="6858000"/>
          </a:xfrm>
          <a:prstGeom prst="rect">
            <a:avLst/>
          </a:prstGeom>
          <a:solidFill>
            <a:srgbClr val="3B82F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8FA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0" y="1828800"/>
            <a:ext cx="5943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Slides as Code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303520" y="3200400"/>
            <a:ext cx="18288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5303520" y="338328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Master-enabled pptxgenjs example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057400"/>
            <a:ext cx="2194011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94A3B8">
                    <a:alpha val="3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742651" y="2400300"/>
            <a:ext cx="898910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742651" y="2880360"/>
            <a:ext cx="8989101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Slides as Code?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2742651" y="4023360"/>
            <a:ext cx="1828800" cy="54864"/>
          </a:xfrm>
          <a:prstGeom prst="rect">
            <a:avLst/>
          </a:prstGeom>
          <a:solidFill>
            <a:srgbClr val="3B82F6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Benefits of Code-Driven Decks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43032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—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every change in git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—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 always produces same output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Programmable —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loops, conditionals, data-driven slides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Themeable —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YAML, regenerate entire deck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Reviewable —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catches layout bugs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8FA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Generation Pipeline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2423160"/>
            <a:ext cx="2544318" cy="256032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2514600"/>
            <a:ext cx="25443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236143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236143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with directives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01518" y="3246120"/>
            <a:ext cx="365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B82F6"/>
                </a:solidFill>
              </a:rPr>
              <a:t>→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367278" y="2423160"/>
            <a:ext cx="2544318" cy="256032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67278" y="2514600"/>
            <a:ext cx="25443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458718" y="3017520"/>
            <a:ext cx="236143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 Selection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58718" y="3429000"/>
            <a:ext cx="236143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picks best layout per slide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11596" y="3246120"/>
            <a:ext cx="365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B82F6"/>
                </a:solidFill>
              </a:rPr>
              <a:t>→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6277356" y="2423160"/>
            <a:ext cx="2544318" cy="256032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77356" y="2514600"/>
            <a:ext cx="25443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368796" y="3017520"/>
            <a:ext cx="236143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 Generation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68796" y="3429000"/>
            <a:ext cx="236143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ESM using helpers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821674" y="3246120"/>
            <a:ext cx="365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B82F6"/>
                </a:solidFill>
              </a:rPr>
              <a:t>→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9187434" y="2423160"/>
            <a:ext cx="2544318" cy="256032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187434" y="2514600"/>
            <a:ext cx="25443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78874" y="3017520"/>
            <a:ext cx="236143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278874" y="3429000"/>
            <a:ext cx="236143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pptxgenjs → .pptx file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8FA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057400"/>
            <a:ext cx="2194011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94A3B8">
                    <a:alpha val="3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742651" y="2400300"/>
            <a:ext cx="898910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742651" y="2880360"/>
            <a:ext cx="8989101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 Variety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2742651" y="4023360"/>
            <a:ext cx="1828800" cy="54864"/>
          </a:xfrm>
          <a:prstGeom prst="rect">
            <a:avLst/>
          </a:prstGeom>
          <a:solidFill>
            <a:srgbClr val="3B82F6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Engines Compared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pptxgenjs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998464" y="1097280"/>
            <a:ext cx="5733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python-pptx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824728" y="1097280"/>
            <a:ext cx="18288" cy="521208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54480"/>
            <a:ext cx="52120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programmatic control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visual layouts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 rendering via react-icons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template dependency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98464" y="1554480"/>
            <a:ext cx="5733288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Template-based inheritance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master slides built-in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Placeholder-driven layouts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output files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8FA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Available Layouts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514344" cy="242316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2423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80160"/>
            <a:ext cx="3102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Bullets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874520"/>
            <a:ext cx="31028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font sizing, bold lead-ins, sub-bullets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37304" y="1097280"/>
            <a:ext cx="3514344" cy="242316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337304" y="1097280"/>
            <a:ext cx="54864" cy="24231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4565904" y="1280160"/>
            <a:ext cx="3102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 Flow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65904" y="1874520"/>
            <a:ext cx="31028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step boxes with arrows, 1-row or 2-row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17408" y="1097280"/>
            <a:ext cx="3514344" cy="242316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17408" y="1097280"/>
            <a:ext cx="54864" cy="24231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8446008" y="1280160"/>
            <a:ext cx="3102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Two-Column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446008" y="1874520"/>
            <a:ext cx="31028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vertical divider, bullet lists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3514344" cy="242316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886200"/>
            <a:ext cx="54864" cy="2423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069080"/>
            <a:ext cx="3102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 Grid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85800" y="4663440"/>
            <a:ext cx="31028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2×2 or 3×N cards with accent bars and icons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37304" y="3886200"/>
            <a:ext cx="3514344" cy="242316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7304" y="3886200"/>
            <a:ext cx="54864" cy="2423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4565904" y="4069080"/>
            <a:ext cx="3102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Icon Rows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565904" y="4663440"/>
            <a:ext cx="31028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rows with icon circles or accent bars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217408" y="3886200"/>
            <a:ext cx="3514344" cy="2423160"/>
          </a:xfrm>
          <a:prstGeom prst="rect">
            <a:avLst/>
          </a:prstGeom>
          <a:solidFill>
            <a:srgbClr val="33415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17408" y="3886200"/>
            <a:ext cx="54864" cy="24231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8446008" y="4069080"/>
            <a:ext cx="3102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Block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446008" y="4663440"/>
            <a:ext cx="31028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background, mono font, accent bar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8FA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879092"/>
            <a:ext cx="34533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067812"/>
            <a:ext cx="3453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helpers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3707892"/>
            <a:ext cx="3453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Covering all common slide types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67784" y="1879092"/>
            <a:ext cx="34533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367784" y="3067812"/>
            <a:ext cx="3453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67784" y="3707892"/>
            <a:ext cx="3453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Corporate + Default dark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78368" y="1879092"/>
            <a:ext cx="34533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8278368" y="3067812"/>
            <a:ext cx="3453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slides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78368" y="3707892"/>
            <a:ext cx="3453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reference deck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8FA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Creating a Master-Enabled Deck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274552" cy="521208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11274552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25880"/>
            <a:ext cx="10725912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import { createDeck, addBulletSlide } from '../lib/pptxgenjs-helpers.mjs';
// Enable slide masters — chrome inherits from master, not baked per-slide
const deck = createDeck('themes/amd.yaml', { useSlideMaster: true });
addBulletSlide(deck, 'My Slide', ['Point 1', 'Point 2'], 1, 'notes');
await deck.save('output/my-deck.pptx');
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8FA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88036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2026-05-04T22:03:29Z</dcterms:created>
  <dcterms:modified xsi:type="dcterms:W3CDTF">2026-05-04T22:03:29Z</dcterms:modified>
</cp:coreProperties>
</file>