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18288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Art of the Meme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303520" y="320040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internet culture's finest moments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Fine</a:t>
            </a:r>
            <a:endParaRPr lang="en-US" sz="2800" dirty="0"/>
          </a:p>
        </p:txBody>
      </p:sp>
      <p:pic>
        <p:nvPicPr>
          <p:cNvPr id="3" name="Image 0" descr="/home/matt/git/shamsway/aippt/outlines/memes/this-is-f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1188720"/>
            <a:ext cx="58795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sitting in a burning room, drinking coffee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symbol for every standup meeting ever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"Everything is on track for the sprint deadline"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appeared in KC Green's Gunshow webcomic, 2013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Developers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Code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Code Review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it, YOLO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Comments? Documentation? Never heard of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400-line function? It's called efficiency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98464" y="1554480"/>
            <a:ext cx="5733288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unit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into small functions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edge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Wondering who wrote the original code (it was you)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of Debugging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46304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25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740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740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771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97196" y="146304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71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886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compiler, the OS, or cosmic rays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17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11796" y="146304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17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32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 Statements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32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everywhere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82596" y="393192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25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740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Error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740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771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997196" y="393192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971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886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Typo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86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3. It was always line 3.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17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511796" y="3931920"/>
            <a:ext cx="219456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117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6032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32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print statements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Distracted Boyfriend</a:t>
            </a:r>
            <a:endParaRPr lang="en-US" sz="2800" dirty="0"/>
          </a:p>
        </p:txBody>
      </p:sp>
      <p:pic>
        <p:nvPicPr>
          <p:cNvPr id="3" name="Image 0" descr="/home/matt/git/shamsway/aippt/outlines/memes/distracted-boyfrie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1188720"/>
            <a:ext cx="58795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versatile meme format in history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labeled "developers" looking at "new JavaScript framework"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Girlfriend labeled "current JavaScript framework" looking upset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a stock photo by Antonio Guillem, 2015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used to explain every technology decision ever made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Drake Hotline Bling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Drake Says 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Drake Says Yes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documentation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production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 message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meetings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98464" y="1554480"/>
            <a:ext cx="5733288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copy-paste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works, don't touch it"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DNS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TODO comments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Does Not Simply</a:t>
            </a:r>
            <a:endParaRPr lang="en-US" sz="2800" dirty="0"/>
          </a:p>
        </p:txBody>
      </p:sp>
      <p:pic>
        <p:nvPicPr>
          <p:cNvPr id="3" name="Image 0" descr="/home/matt/git/shamsway/aippt/outlines/memes/one-does-not-simpl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1188720"/>
            <a:ext cx="58795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does not simply deploy to production on a Friday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meme has survived every internet trend since 2001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Boromir tried to warn us about scope creep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"I told you so" format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Expanding Brain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Brain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git pull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01518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67278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7278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Brain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8718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git fetch and merge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11596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77356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7356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68796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Brain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8796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git worktrees for parallel development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1674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87434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7434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78874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Galaxy Brain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8874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Rebasing interactively while resolving conflicts in vim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My Mind</a:t>
            </a:r>
            <a:endParaRPr lang="en-US" sz="2800" dirty="0"/>
          </a:p>
        </p:txBody>
      </p:sp>
      <p:pic>
        <p:nvPicPr>
          <p:cNvPr id="3" name="Image 0" descr="/home/matt/git/shamsway/aippt/outlines/memes/change-my-mi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1188720"/>
            <a:ext cx="58795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Crowder sitting at a table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reads: "Git worktrees are the best way to do parallel AI-assisted development"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outside, inviting debate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successfully changed his mind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This a Pigeon?</a:t>
            </a:r>
            <a:endParaRPr lang="en-US" sz="2800" dirty="0"/>
          </a:p>
        </p:txBody>
      </p:sp>
      <p:pic>
        <p:nvPicPr>
          <p:cNvPr id="3" name="Image 0" descr="/home/matt/git/shamsway/aippt/outlines/memes/is-this-a-pige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2160" y="1188720"/>
            <a:ext cx="58795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character pointing at a butterfly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labeled: "Junior developer"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labeled: "A segfault"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"Is this a feature?"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anime "The Brave Fighter of Sun Fighbird" (1991)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 Always Has Been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Wait...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Has Been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presentation was the memes we shared along the way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is just a meme delivery vehicle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slides but not dank memes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it's all memes?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98464" y="1554480"/>
            <a:ext cx="5733288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has been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is better with memes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corporate communication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coming to my TED talk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2026-03-12T02:26:45Z</dcterms:created>
  <dcterms:modified xsi:type="dcterms:W3CDTF">2026-03-12T02:26:45Z</dcterms:modified>
</cp:coreProperties>
</file>